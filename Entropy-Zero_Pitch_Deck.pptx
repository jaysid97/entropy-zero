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8FAFC"/>
                </a:solidFill>
                <a:latin typeface="Outfit"/>
              </a:defRPr>
            </a:pPr>
            <a:r>
              <a:t>ENTROPY-ZERO</a:t>
            </a:r>
          </a:p>
          <a:p>
            <a:pPr>
              <a:defRPr sz="2400">
                <a:solidFill>
                  <a:srgbClr val="6366F1"/>
                </a:solidFill>
                <a:latin typeface="Outfit"/>
              </a:defRPr>
            </a:pPr>
            <a:r>
              <a:t>The Autonomic Social Engine for Agile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Inter"/>
              </a:defRPr>
            </a:pPr>
            <a:r>
              <a:t>Replacing meetings, manual status syncs, and ticketing overhead with a self-organizing social-computational team nervous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6B6D4"/>
                </a:solidFill>
                <a:latin typeface="Space Grotesk"/>
              </a:defRPr>
            </a:pPr>
            <a:r>
              <a:t>Hackathon Submission: Future of Productivity  |  Live at: entropy-zero.vercel.app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ENTROPY-ZERO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The Problem: The Collaboration Tax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400" b="1">
                <a:solidFill>
                  <a:srgbClr val="F8FAFC"/>
                </a:solidFill>
                <a:latin typeface="Inter"/>
              </a:rPr>
              <a:t>Coordination Overhead:</a:t>
            </a:r>
            <a:r>
              <a:rPr sz="1300">
                <a:solidFill>
                  <a:srgbClr val="94A3B8"/>
                </a:solidFill>
                <a:latin typeface="Inter"/>
              </a:rPr>
              <a:t> Modern engineering teams spend up to 60% of their time on 'work-about-work' (daily status alignments, grooming backlog boards, context switching).</a:t>
            </a:r>
          </a:p>
          <a:p>
            <a:pPr>
              <a:spcAft>
                <a:spcPts val="1800"/>
              </a:spcAft>
            </a:pPr>
            <a:r>
              <a:rPr sz="1400" b="1">
                <a:solidFill>
                  <a:srgbClr val="F8FAFC"/>
                </a:solidFill>
                <a:latin typeface="Inter"/>
              </a:rPr>
              <a:t>Meeting Fatigue:</a:t>
            </a:r>
            <a:r>
              <a:rPr sz="1300">
                <a:solidFill>
                  <a:srgbClr val="94A3B8"/>
                </a:solidFill>
                <a:latin typeface="Inter"/>
              </a:rPr>
              <a:t> Fragmented schedules slice developer focus hours into small windows, destroying flow states.</a:t>
            </a:r>
          </a:p>
          <a:p>
            <a:pPr>
              <a:spcAft>
                <a:spcPts val="1800"/>
              </a:spcAft>
            </a:pPr>
            <a:r>
              <a:rPr sz="1400" b="1">
                <a:solidFill>
                  <a:srgbClr val="F8FAFC"/>
                </a:solidFill>
                <a:latin typeface="Inter"/>
              </a:rPr>
              <a:t>Backlog Decay:</a:t>
            </a:r>
            <a:r>
              <a:rPr sz="1300">
                <a:solidFill>
                  <a:srgbClr val="94A3B8"/>
                </a:solidFill>
                <a:latin typeface="Inter"/>
              </a:rPr>
              <a:t> Static task tracking pipelines (like Jira) become stale instantly and demand constant manual updates.</a:t>
            </a:r>
          </a:p>
          <a:p>
            <a:pPr>
              <a:spcAft>
                <a:spcPts val="1800"/>
              </a:spcAft>
            </a:pPr>
            <a:r>
              <a:rPr sz="1400" b="1">
                <a:solidFill>
                  <a:srgbClr val="F8FAFC"/>
                </a:solidFill>
                <a:latin typeface="Inter"/>
              </a:rPr>
              <a:t>Management Bottlenecks:</a:t>
            </a:r>
            <a:r>
              <a:rPr sz="1300">
                <a:solidFill>
                  <a:srgbClr val="94A3B8"/>
                </a:solidFill>
                <a:latin typeface="Inter"/>
              </a:rPr>
              <a:t> Traditional top-down workload assignments fail to account for real-time developer load reserves and fatigue indexes.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011680"/>
            <a:ext cx="4389120" cy="3657600"/>
          </a:xfrm>
          <a:prstGeom prst="roundRect">
            <a:avLst/>
          </a:prstGeom>
          <a:solidFill>
            <a:srgbClr val="190F1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457200"/>
          <a:lstStyle/>
          <a:p>
            <a:pPr algn="ctr">
              <a:defRPr sz="1200" b="1">
                <a:solidFill>
                  <a:srgbClr val="EF4444"/>
                </a:solidFill>
                <a:latin typeface="Space Grotesk"/>
              </a:defRPr>
            </a:pPr>
            <a:r>
              <a:t>COORDINATION DRAG</a:t>
            </a:r>
          </a:p>
          <a:p>
            <a:pPr>
              <a:spcBef>
                <a:spcPts val="1200"/>
              </a:spcBef>
              <a:defRPr sz="7200" b="1">
                <a:solidFill>
                  <a:srgbClr val="EF4444"/>
                </a:solidFill>
                <a:latin typeface="Outfit"/>
              </a:defRPr>
            </a:pPr>
            <a:r>
              <a:t>62%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Inter"/>
              </a:defRPr>
            </a:pPr>
            <a:r>
              <a:t>of team capacity is consumed by meeting overhead and manual alignment cycles, leaving only 38% for core building.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ENTROPY-ZERO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The Solution: Autonomic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Inter"/>
              </a:defRPr>
            </a:pPr>
            <a:r>
              <a:t>Entropy-Zero maps coordination as a self-healing physics equation across three core pillars: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10101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F8FAFC"/>
                </a:solidFill>
                <a:latin typeface="Space Grotesk"/>
              </a:defRPr>
            </a:pPr>
            <a:r>
              <a:t>1. PASSIVE TELEMETRY</a:t>
            </a:r>
          </a:p>
          <a:p>
            <a:pPr>
              <a:spcBef>
                <a:spcPts val="400"/>
              </a:spcBef>
              <a:defRPr sz="1100" i="1">
                <a:solidFill>
                  <a:srgbClr val="06B6D4"/>
                </a:solidFill>
                <a:latin typeface="Inter"/>
              </a:defRPr>
            </a:pPr>
            <a:r>
              <a:t>Mines workspace activity directly.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Aggregates signals from IDE edits, git logs, and Slack discussion densities. Forms a real-time, zero-friction developer capacity and specialty map without requiring manual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10101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F8FAFC"/>
                </a:solidFill>
                <a:latin typeface="Space Grotesk"/>
              </a:defRPr>
            </a:pPr>
            <a:r>
              <a:t>2. AUTONOMIC ROUTING</a:t>
            </a:r>
          </a:p>
          <a:p>
            <a:pPr>
              <a:spcBef>
                <a:spcPts val="400"/>
              </a:spcBef>
              <a:defRPr sz="1100" i="1">
                <a:solidFill>
                  <a:srgbClr val="06B6D4"/>
                </a:solidFill>
                <a:latin typeface="Inter"/>
              </a:defRPr>
            </a:pPr>
            <a:r>
              <a:t>Stress-aware task dispatching.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Incoming issues act as kinetic vectors that auto-assign to the engineer with the optimal load and skills. If a developer goes OOO, the graph automatically re-routes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291840" cy="3931920"/>
          </a:xfrm>
          <a:prstGeom prst="roundRect">
            <a:avLst/>
          </a:prstGeom>
          <a:solidFill>
            <a:srgbClr val="10101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F8FAFC"/>
                </a:solidFill>
                <a:latin typeface="Space Grotesk"/>
              </a:defRPr>
            </a:pPr>
            <a:r>
              <a:t>3. CONSENSUS SYNAPSE</a:t>
            </a:r>
          </a:p>
          <a:p>
            <a:pPr>
              <a:spcBef>
                <a:spcPts val="400"/>
              </a:spcBef>
              <a:defRPr sz="1100" i="1">
                <a:solidFill>
                  <a:srgbClr val="06B6D4"/>
                </a:solidFill>
                <a:latin typeface="Inter"/>
              </a:defRPr>
            </a:pPr>
            <a:r>
              <a:t>Decentralized resolution.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Identifies alignment locks in team text chats. Automatically spawns voting ballots, calculates domain expert weights, and merges PR branches once threshold consensus resolves.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ENTROPY-ZERO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Real-Time Telemetry &amp;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00" b="1">
                <a:solidFill>
                  <a:srgbClr val="F8FAFC"/>
                </a:solidFill>
                <a:latin typeface="Inter"/>
              </a:rPr>
              <a:t>Interactive Physics Graph:</a:t>
            </a:r>
            <a:r>
              <a:rPr sz="1250">
                <a:solidFill>
                  <a:srgbClr val="94A3B8"/>
                </a:solidFill>
                <a:latin typeface="Inter"/>
              </a:rPr>
              <a:t> A live-rendered HTML5 Canvas coordinate space displaying developers (pulsing load circles), task diamonds (priority color-coded), and active telemetry data packets traveling along edges.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F8FAFC"/>
                </a:solidFill>
                <a:latin typeface="Inter"/>
              </a:rPr>
              <a:t>Stress-Injector Panel:</a:t>
            </a:r>
            <a:r>
              <a:rPr sz="1250">
                <a:solidFill>
                  <a:srgbClr val="94A3B8"/>
                </a:solidFill>
                <a:latin typeface="Inter"/>
              </a:rPr>
              <a:t> Sandbox tools to trigger network shocks: Dev OOO events, P1 Outages, timelines acceleration, or Scope Creep. Evaluates the system's re-balancing capabilities.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F8FAFC"/>
                </a:solidFill>
                <a:latin typeface="Inter"/>
              </a:rPr>
              <a:t>Consensus Panel:</a:t>
            </a:r>
            <a:r>
              <a:rPr sz="1250">
                <a:solidFill>
                  <a:srgbClr val="94A3B8"/>
                </a:solidFill>
                <a:latin typeface="Inter"/>
              </a:rPr>
              <a:t> Real-time weighted voting ballot interface resolving technical disputes based on expert contributions.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F8FAFC"/>
                </a:solidFill>
                <a:latin typeface="Inter"/>
              </a:rPr>
              <a:t>Monospace Log Stream:</a:t>
            </a:r>
            <a:r>
              <a:rPr sz="1250">
                <a:solidFill>
                  <a:srgbClr val="94A3B8"/>
                </a:solidFill>
                <a:latin typeface="Inter"/>
              </a:rPr>
              <a:t> Live scrolling console printout showcasing system allocations, stress mitigation checks, and resolution triggers.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828800"/>
            <a:ext cx="4663440" cy="4114800"/>
          </a:xfrm>
          <a:prstGeom prst="roundRect">
            <a:avLst/>
          </a:prstGeom>
          <a:solidFill>
            <a:srgbClr val="0C0C1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457200"/>
          <a:lstStyle/>
          <a:p>
            <a:pPr algn="ctr">
              <a:defRPr sz="1200" b="1">
                <a:solidFill>
                  <a:srgbClr val="06B6D4"/>
                </a:solidFill>
                <a:latin typeface="Space Grotesk"/>
              </a:defRPr>
            </a:pPr>
            <a:r>
              <a:t>CORE DASHBOARD OVERVIEW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The web application contains a dual-layout interface:</a:t>
            </a:r>
            <a:br/>
            <a:br/>
            <a:r>
              <a:t>1. Pitch Mode: The interactive slide deck presentation containing simulated sandboxes.</a:t>
            </a:r>
            <a:br/>
            <a:br/>
            <a:r>
              <a:t>2. Engine Dashboard Mode: The live telemetry cockpit containing the active canvas graph, stress injector controls, consensus balloting resolving widgets, and streaming telemetry console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ENTROPY-ZERO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The Economics of Zero Entropy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Inter"/>
              </a:defRPr>
            </a:pPr>
            <a:r>
              <a:t>Eliminating manual coordination overhead yields direct, measurable productivity gains: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Outfit"/>
              </a:rPr>
              <a:t>+40% Focus Flow Time
</a:t>
            </a:r>
            <a:r>
              <a:rPr sz="1200">
                <a:solidFill>
                  <a:srgbClr val="94A3B8"/>
                </a:solidFill>
                <a:latin typeface="Inter"/>
              </a:rPr>
              <a:t>Engineers stay immersed in IDE environments rather than updating progress boards.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Outfit"/>
              </a:rPr>
              <a:t>-65% Task Routing Latency
</a:t>
            </a:r>
            <a:r>
              <a:rPr sz="1200">
                <a:solidFill>
                  <a:srgbClr val="94A3B8"/>
                </a:solidFill>
                <a:latin typeface="Inter"/>
              </a:rPr>
              <a:t>Issues map and transition within minutes instead of waiting for sprint meetings.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Outfit"/>
              </a:rPr>
              <a:t>Linear Scaling Efficiency
</a:t>
            </a:r>
            <a:r>
              <a:rPr sz="1200">
                <a:solidFill>
                  <a:srgbClr val="94A3B8"/>
                </a:solidFill>
                <a:latin typeface="Inter"/>
              </a:rPr>
              <a:t>Allows scaling engineering staff without suffers from typical administrative drag.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103120"/>
            <a:ext cx="4846320" cy="3657600"/>
          </a:xfrm>
          <a:prstGeom prst="roundRect">
            <a:avLst/>
          </a:prstGeom>
          <a:solidFill>
            <a:srgbClr val="101020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457200"/>
          <a:lstStyle/>
          <a:p>
            <a:pPr algn="ctr">
              <a:defRPr sz="1200" b="1">
                <a:solidFill>
                  <a:srgbClr val="6366F1"/>
                </a:solidFill>
                <a:latin typeface="Space Grotesk"/>
              </a:defRPr>
            </a:pPr>
            <a:r>
              <a:t>LIVE DEPLOYMENT</a:t>
            </a:r>
          </a:p>
          <a:p>
            <a:pPr>
              <a:spcBef>
                <a:spcPts val="1400"/>
              </a:spcBef>
              <a:defRPr sz="2000" b="1">
                <a:solidFill>
                  <a:srgbClr val="06B6D4"/>
                </a:solidFill>
                <a:latin typeface="Outfit"/>
              </a:defRPr>
            </a:pPr>
            <a:r>
              <a:t>https://entropy-zero.vercel.app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Visit the live URL to experience the autonomic physics graph, run custom task injections, trigger stress shocks, and vote in the consensus synapses in real-time.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